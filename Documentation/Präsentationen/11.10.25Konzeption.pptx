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2"/>
  </p:normalViewPr>
  <p:slideViewPr>
    <p:cSldViewPr snapToGrid="0">
      <p:cViewPr varScale="1">
        <p:scale>
          <a:sx n="91" d="100"/>
          <a:sy n="91" d="100"/>
        </p:scale>
        <p:origin x="19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656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5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00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71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61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2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53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7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3598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124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5924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6224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679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53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929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24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17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D5F0F7-8219-8944-B99D-3A76451F74BC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08AC12-BA35-6C4C-B747-EDAA60BF57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492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CE86B-6BD6-83A9-5CD5-250A191F1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Droide</a:t>
            </a:r>
            <a:r>
              <a:rPr lang="de-DE" dirty="0"/>
              <a:t> Konzeption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774E46-7A28-A4DC-52D7-6062DC5C2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047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D7252-6695-F823-650C-2E9CBBF9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651" y="643464"/>
            <a:ext cx="3785181" cy="5571072"/>
          </a:xfrm>
        </p:spPr>
        <p:txBody>
          <a:bodyPr>
            <a:normAutofit/>
          </a:bodyPr>
          <a:lstStyle/>
          <a:p>
            <a:r>
              <a:rPr lang="de-DE" dirty="0"/>
              <a:t>Design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006014-7D43-648B-4516-756ACDF3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2" y="643462"/>
            <a:ext cx="2678311" cy="3583027"/>
          </a:xfrm>
          <a:prstGeom prst="roundRect">
            <a:avLst>
              <a:gd name="adj" fmla="val 1045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Grafik 6" descr="Ein Bild, das R2-D2, Roboter, Astronaut, Maschine enthält.&#10;&#10;KI-generierte Inhalte können fehlerhaft sein.">
            <a:extLst>
              <a:ext uri="{FF2B5EF4-FFF2-40B4-BE49-F238E27FC236}">
                <a16:creationId xmlns:a16="http://schemas.microsoft.com/office/drawing/2014/main" id="{7433447E-C2C9-BCA4-2C9B-B954EC30D6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77" r="2668"/>
          <a:stretch>
            <a:fillRect/>
          </a:stretch>
        </p:blipFill>
        <p:spPr>
          <a:xfrm>
            <a:off x="4417832" y="643462"/>
            <a:ext cx="2400009" cy="3583027"/>
          </a:xfrm>
          <a:prstGeom prst="roundRect">
            <a:avLst>
              <a:gd name="adj" fmla="val 1045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DE10FB6F-2905-BD63-45EE-596BCCB8E0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269" r="23361" b="17217"/>
          <a:stretch>
            <a:fillRect/>
          </a:stretch>
        </p:blipFill>
        <p:spPr>
          <a:xfrm>
            <a:off x="8392636" y="643462"/>
            <a:ext cx="3447715" cy="3583027"/>
          </a:xfrm>
          <a:prstGeom prst="roundRect">
            <a:avLst>
              <a:gd name="adj" fmla="val 1045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B0E2BDF-4EC7-371E-B79F-CFCE79D19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50" y="4375052"/>
            <a:ext cx="2588320" cy="1839483"/>
          </a:xfrm>
        </p:spPr>
        <p:txBody>
          <a:bodyPr>
            <a:normAutofit/>
          </a:bodyPr>
          <a:lstStyle/>
          <a:p>
            <a:r>
              <a:rPr lang="en-US" dirty="0" err="1"/>
              <a:t>Interessantes</a:t>
            </a:r>
            <a:r>
              <a:rPr lang="en-US" dirty="0"/>
              <a:t> Design</a:t>
            </a:r>
          </a:p>
          <a:p>
            <a:endParaRPr lang="en-US" dirty="0"/>
          </a:p>
          <a:p>
            <a:r>
              <a:rPr lang="en-US" dirty="0" err="1"/>
              <a:t>Wenige</a:t>
            </a:r>
            <a:r>
              <a:rPr lang="en-US" dirty="0"/>
              <a:t> </a:t>
            </a:r>
            <a:r>
              <a:rPr lang="en-US" dirty="0" err="1"/>
              <a:t>Funktionen</a:t>
            </a:r>
            <a:endParaRPr lang="en-US" dirty="0"/>
          </a:p>
          <a:p>
            <a:r>
              <a:rPr lang="en-US" dirty="0" err="1"/>
              <a:t>Aufwedige</a:t>
            </a:r>
            <a:r>
              <a:rPr lang="en-US" dirty="0"/>
              <a:t> </a:t>
            </a:r>
            <a:r>
              <a:rPr lang="en-US" dirty="0" err="1"/>
              <a:t>Reglung</a:t>
            </a:r>
            <a:endParaRPr lang="en-US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C8A3879-FD58-532B-13BC-44B9447E1A94}"/>
              </a:ext>
            </a:extLst>
          </p:cNvPr>
          <p:cNvSpPr txBox="1">
            <a:spLocks/>
          </p:cNvSpPr>
          <p:nvPr/>
        </p:nvSpPr>
        <p:spPr>
          <a:xfrm>
            <a:off x="8606329" y="4375051"/>
            <a:ext cx="2588320" cy="1839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Interessantes</a:t>
            </a:r>
            <a:r>
              <a:rPr lang="en-US" dirty="0"/>
              <a:t> Design</a:t>
            </a:r>
          </a:p>
          <a:p>
            <a:r>
              <a:rPr lang="en-US" dirty="0"/>
              <a:t>Alle </a:t>
            </a:r>
            <a:r>
              <a:rPr lang="en-US" dirty="0" err="1"/>
              <a:t>Funktionen</a:t>
            </a:r>
            <a:r>
              <a:rPr lang="en-US" dirty="0"/>
              <a:t> </a:t>
            </a:r>
            <a:r>
              <a:rPr lang="en-US" dirty="0" err="1"/>
              <a:t>möglich</a:t>
            </a:r>
            <a:endParaRPr lang="en-US" dirty="0"/>
          </a:p>
          <a:p>
            <a:r>
              <a:rPr lang="en-US" dirty="0"/>
              <a:t>Muss </a:t>
            </a:r>
            <a:r>
              <a:rPr lang="en-US" dirty="0" err="1"/>
              <a:t>nicht</a:t>
            </a:r>
            <a:r>
              <a:rPr lang="en-US" dirty="0"/>
              <a:t> so nah am original </a:t>
            </a:r>
            <a:r>
              <a:rPr lang="en-US" dirty="0" err="1"/>
              <a:t>liegen</a:t>
            </a:r>
            <a:endParaRPr lang="en-US" dirty="0"/>
          </a:p>
          <a:p>
            <a:endParaRPr lang="en-US" dirty="0"/>
          </a:p>
          <a:p>
            <a:r>
              <a:rPr lang="en-US" dirty="0"/>
              <a:t>Weniger </a:t>
            </a:r>
            <a:r>
              <a:rPr lang="en-US" dirty="0" err="1"/>
              <a:t>Bekannt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6064F2-9146-E961-FC54-F10C00500F43}"/>
              </a:ext>
            </a:extLst>
          </p:cNvPr>
          <p:cNvSpPr txBox="1">
            <a:spLocks/>
          </p:cNvSpPr>
          <p:nvPr/>
        </p:nvSpPr>
        <p:spPr>
          <a:xfrm>
            <a:off x="4323676" y="4520690"/>
            <a:ext cx="2588320" cy="1839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Erkennungswert</a:t>
            </a:r>
            <a:endParaRPr lang="en-US" dirty="0"/>
          </a:p>
          <a:p>
            <a:r>
              <a:rPr lang="en-US" dirty="0"/>
              <a:t>Simple Aufbau</a:t>
            </a:r>
          </a:p>
          <a:p>
            <a:endParaRPr lang="en-US" dirty="0"/>
          </a:p>
          <a:p>
            <a:r>
              <a:rPr lang="en-US" dirty="0"/>
              <a:t>Wenig </a:t>
            </a:r>
            <a:r>
              <a:rPr lang="en-US" dirty="0" err="1"/>
              <a:t>erweiterbar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0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7A772-3DC9-E057-0D52-2073826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38666"/>
            <a:ext cx="10131425" cy="1456267"/>
          </a:xfrm>
        </p:spPr>
        <p:txBody>
          <a:bodyPr/>
          <a:lstStyle/>
          <a:p>
            <a:r>
              <a:rPr lang="de-DE" dirty="0"/>
              <a:t>Mögliche 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4DEC6B-6B53-3F40-BBEE-415A51A99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B166F0-1509-3873-D5EF-90DA47B37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783" y="1595021"/>
            <a:ext cx="961346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Steuerung mit Handy / Bluetooth / WLAN / Fernbedienung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Drehbarer Kopf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Gimbal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/ schwenkbare Kamera)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Augenanimation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Projektion von DHBW-Logo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Flyer-Ausgabe (Flyer-Ausgabe)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Macht Fotos →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editet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Fotos → sendet (mit Infos an die Adresse / E-Mail)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Soundeffekte / Musik abspielen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Sprachaktion mit AI (Fragen beantworten)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Autonom fahren (Autonomes Fahre)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Handgesten-Steuerung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Tanz/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Showmode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→ mit Licht (Laser) + Bewegung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1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 Soundeffekte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30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93546-AE67-65A9-3942-E06C6F9D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Benötigte Fähigkeiten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302C5F-698A-5ADD-E51F-F525BD235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3D Modelle erstellen/drucken</a:t>
            </a:r>
          </a:p>
          <a:p>
            <a:r>
              <a:rPr lang="de-DE" dirty="0" err="1"/>
              <a:t>Programieren</a:t>
            </a:r>
            <a:r>
              <a:rPr lang="de-DE" dirty="0"/>
              <a:t> </a:t>
            </a:r>
          </a:p>
          <a:p>
            <a:r>
              <a:rPr lang="de-DE" dirty="0"/>
              <a:t>Mechanik</a:t>
            </a:r>
          </a:p>
          <a:p>
            <a:r>
              <a:rPr lang="de-DE" dirty="0"/>
              <a:t>Elektronik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474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43423-6000-3F41-90A9-06113220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3D727-DD59-0F5A-5D31-09E850EEA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09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6A321-CB99-881F-EA93-C005881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8D1E41-990C-C190-B66F-5DDF1DF5F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662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A807D-6F65-0CE0-06E0-9C5801AD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AF883B-5DC5-E96F-D7DF-1E9E24EE3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387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mmel">
  <a:themeElements>
    <a:clrScheme name="Himme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Himme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mme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125</Words>
  <Application>Microsoft Macintosh PowerPoint</Application>
  <PresentationFormat>Breitbild</PresentationFormat>
  <Paragraphs>34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Himmel</vt:lpstr>
      <vt:lpstr>Droide Konzeption</vt:lpstr>
      <vt:lpstr>Design</vt:lpstr>
      <vt:lpstr>Mögliche Funktionen</vt:lpstr>
      <vt:lpstr>Benötigte Fähigkeiten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FAIK ABDULKADIR HADUTOGLU (EXTERNAL)</dc:creator>
  <cp:lastModifiedBy>FAIK ABDULKADIR HADUTOGLU (EXTERNAL)</cp:lastModifiedBy>
  <cp:revision>1</cp:revision>
  <dcterms:created xsi:type="dcterms:W3CDTF">2025-10-02T06:59:52Z</dcterms:created>
  <dcterms:modified xsi:type="dcterms:W3CDTF">2025-10-02T07:35:45Z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5ca717-11da-4935-b601-f527b9741f2e_Enabled">
    <vt:lpwstr>true</vt:lpwstr>
  </property>
  <property fmtid="{D5CDD505-2E9C-101B-9397-08002B2CF9AE}" pid="3" name="MSIP_Label_725ca717-11da-4935-b601-f527b9741f2e_SetDate">
    <vt:lpwstr>2025-10-02T07:35:45Z</vt:lpwstr>
  </property>
  <property fmtid="{D5CDD505-2E9C-101B-9397-08002B2CF9AE}" pid="4" name="MSIP_Label_725ca717-11da-4935-b601-f527b9741f2e_Method">
    <vt:lpwstr>Standard</vt:lpwstr>
  </property>
  <property fmtid="{D5CDD505-2E9C-101B-9397-08002B2CF9AE}" pid="5" name="MSIP_Label_725ca717-11da-4935-b601-f527b9741f2e_Name">
    <vt:lpwstr>C2 - Internal</vt:lpwstr>
  </property>
  <property fmtid="{D5CDD505-2E9C-101B-9397-08002B2CF9AE}" pid="6" name="MSIP_Label_725ca717-11da-4935-b601-f527b9741f2e_SiteId">
    <vt:lpwstr>d852d5cd-724c-4128-8812-ffa5db3f8507</vt:lpwstr>
  </property>
  <property fmtid="{D5CDD505-2E9C-101B-9397-08002B2CF9AE}" pid="7" name="MSIP_Label_725ca717-11da-4935-b601-f527b9741f2e_ActionId">
    <vt:lpwstr>551ad4bb-2fcd-4732-b607-19223a3d1b63</vt:lpwstr>
  </property>
  <property fmtid="{D5CDD505-2E9C-101B-9397-08002B2CF9AE}" pid="8" name="MSIP_Label_725ca717-11da-4935-b601-f527b9741f2e_ContentBits">
    <vt:lpwstr>0</vt:lpwstr>
  </property>
  <property fmtid="{D5CDD505-2E9C-101B-9397-08002B2CF9AE}" pid="9" name="MSIP_Label_725ca717-11da-4935-b601-f527b9741f2e_Tag">
    <vt:lpwstr>50, 3, 0, 1</vt:lpwstr>
  </property>
</Properties>
</file>